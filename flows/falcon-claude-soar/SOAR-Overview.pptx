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331720"/>
            <a:ext cx="164592" cy="1828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28600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Georgia"/>
              </a:rPr>
              <a:t>Falcon → Claude: Automated Detection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3611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CADCFC"/>
                </a:solidFill>
                <a:latin typeface="Calibri"/>
              </a:rPr>
              <a:t>A structured verdict on every EDR detection, in under a minute - human reviews, doesn't assemble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2A900"/>
                </a:solidFill>
                <a:latin typeface="Calibri"/>
              </a:rPr>
              <a:t>CrowdStrike Falcon + Claude (Anthropic) · illustrative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Georgia"/>
              </a:rPr>
              <a:t>Manual triage doesn't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6B7280"/>
                </a:solidFill>
                <a:latin typeface="Calibri"/>
              </a:rPr>
              <a:t>Not a volume problem - a speed, documentation, and consistency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3523488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50592"/>
            <a:ext cx="33406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E2761"/>
                </a:solidFill>
                <a:latin typeface="Georgia"/>
              </a:rPr>
              <a:t>~1.5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310128"/>
            <a:ext cx="3304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median wall-clock time, detection to close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4736" y="2286000"/>
            <a:ext cx="3523488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6176" y="2450592"/>
            <a:ext cx="33406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E2761"/>
                </a:solidFill>
                <a:latin typeface="Georgia"/>
              </a:rPr>
              <a:t>&lt;10%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4464" y="3310128"/>
            <a:ext cx="3304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of detections get a written 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9392" y="2286000"/>
            <a:ext cx="3523488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0832" y="2450592"/>
            <a:ext cx="33406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1E2761"/>
                </a:solidFill>
                <a:latin typeface="Georgia"/>
              </a:rPr>
              <a:t>~30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9120" y="3310128"/>
            <a:ext cx="33040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hands-on analyst time per detection reviewed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A1A2E"/>
                </a:solidFill>
                <a:latin typeface="Calibri"/>
              </a:rPr>
              <a:t>Alert volume in a typical mid-size fleet is not overwhelming on its own. The failure mode is queue latency - an alert waits for an available analyst, not for triage to finish - and inconsistent documentation, with most detections closed leaving no written record at all. A closed detection with no report leaves nothing to query later: no way to see repeat offenders, coverage gaps, or trend shifts.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Georgia"/>
              </a:rPr>
              <a:t>What actually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6B7280"/>
                </a:solidFill>
                <a:latin typeface="Calibri"/>
              </a:rPr>
              <a:t>Not “faster” - a different set of steps, with different owners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349240" cy="3703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49240" cy="50292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892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Manual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624328"/>
            <a:ext cx="292608" cy="2926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2432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596896"/>
            <a:ext cx="4434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Detection fires → lands in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127247"/>
            <a:ext cx="292608" cy="2926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2724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099815"/>
            <a:ext cx="4434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Sits until an analyst is free (queue latency)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630166"/>
            <a:ext cx="292608" cy="2926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3016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602734"/>
            <a:ext cx="4434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Analyst manually pulls host / user / process context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133085"/>
            <a:ext cx="292608" cy="2926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3308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105653"/>
            <a:ext cx="4434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Analyst researches indicators, applies judgment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636004"/>
            <a:ext cx="292608" cy="2926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3600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608572"/>
            <a:ext cx="4434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Analyst writes the report by hand (or skips it)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138923"/>
            <a:ext cx="292608" cy="2926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3892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5111491"/>
            <a:ext cx="4434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Analyst posts to Slack / closes the console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965960"/>
            <a:ext cx="5349240" cy="3703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1965960"/>
            <a:ext cx="5349240" cy="50292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965960"/>
            <a:ext cx="4892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Automated path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2624328"/>
            <a:ext cx="292608" cy="29260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2624328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2596896"/>
            <a:ext cx="4434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Detection fires → auto-enriched immediately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127247"/>
            <a:ext cx="292608" cy="29260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127247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2008" y="3099815"/>
            <a:ext cx="4434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Claude applies the same triage skill and policy lenses a human uses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3630166"/>
            <a:ext cx="292608" cy="29260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630166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8" y="3602734"/>
            <a:ext cx="4434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Structured verdict report generated (locked schema)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4133085"/>
            <a:ext cx="292608" cy="29260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13308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4105653"/>
            <a:ext cx="4434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Report posts to Slack automatically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4636004"/>
            <a:ext cx="292608" cy="29260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63600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22008" y="4608572"/>
            <a:ext cx="4434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Analyst reviews the verdict (accept, correct, escalate)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5138923"/>
            <a:ext cx="292608" cy="29260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513892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22008" y="5111491"/>
            <a:ext cx="4434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A1A2E"/>
                </a:solidFill>
                <a:latin typeface="Calibri"/>
              </a:rPr>
              <a:t>Analyst decision is the only manual step left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989320"/>
            <a:ext cx="10927080" cy="59436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989320"/>
            <a:ext cx="10515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2A900"/>
                </a:solidFill>
                <a:latin typeface="Calibri"/>
              </a:rPr>
              <a:t>What moved: context-gathering and report-writing shift from analyst to pipeline. Judgment stays human - the agent proposes, it never closes or actions a detection on its 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Georgia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6B7280"/>
                </a:solidFill>
                <a:latin typeface="Calibri"/>
              </a:rPr>
              <a:t>Outbound-only, read-only by default, no server exposed to the internet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45720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4767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Georgia"/>
              </a:rPr>
              <a:t>CrowdStrike Falcon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3134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Detection fires (Fusion SOAR event trigger), multi-tenant aware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07208"/>
            <a:ext cx="45720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072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788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Georgia"/>
              </a:rPr>
              <a:t>Orchestration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154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AWS Lambda behind a Function URL; enriches via the Falcon API, groups bursts via S3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48456"/>
            <a:ext cx="45720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484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63016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Georgia"/>
              </a:rPr>
              <a:t>Claude triage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959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Loads the triage skill, policy rules, and locked report schema; scoped Anthropic API key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89704"/>
            <a:ext cx="45720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897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47141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Georgia"/>
              </a:rPr>
              <a:t>Slack + S3 archive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8371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Structured report posts to the security channel; every report persisted for audit (12-month retention)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30952"/>
            <a:ext cx="457200" cy="457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3095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31266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E2761"/>
                </a:solidFill>
                <a:latin typeface="Georgia"/>
              </a:rPr>
              <a:t>Analyst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678424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A1A2E"/>
                </a:solidFill>
                <a:latin typeface="Calibri"/>
              </a:rPr>
              <a:t>Human approves before anything acts; response actions (Phase 3) stay gated behind explicit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B7280"/>
                </a:solidFill>
                <a:latin typeface="Calibri"/>
              </a:rPr>
              <a:t>All calls are outbound HTTPS from Falcon's cloud or the Lambda - no inbound 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F2A900"/>
                </a:solidFill>
                <a:latin typeface="Calibri"/>
              </a:rPr>
              <a:t>Three decisions that shape everything else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502920" cy="5029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E2761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47672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A900"/>
                </a:solidFill>
                <a:latin typeface="Georgia"/>
              </a:rPr>
              <a:t>Human-in-the-loop, always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50008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ADCFC"/>
                </a:solidFill>
                <a:latin typeface="Calibri"/>
              </a:rPr>
              <a:t>The pipeline produces verdicts, not actions. Automated containment on a false positive can take down a production system - every report lands in front of an analyst first, and response actions stay behind an explicit approval step.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83280"/>
            <a:ext cx="502920" cy="5029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E2761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64992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A900"/>
                </a:solidFill>
                <a:latin typeface="Georgia"/>
              </a:rPr>
              <a:t>Read-only by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767328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ADCFC"/>
                </a:solidFill>
                <a:latin typeface="Calibri"/>
              </a:rPr>
              <a:t>The Falcon API key holds Alerts-Read and Hosts-Read, nothing else. The Anthropic key can only create messages; the Slack webhook can only post to one channel. Any write or remediation call requires a separate, explicitly reviewed credential.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00600"/>
            <a:ext cx="502920" cy="502920"/>
          </a:xfrm>
          <a:prstGeom prst="round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E2761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782312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A900"/>
                </a:solidFill>
                <a:latin typeface="Georgia"/>
              </a:rPr>
              <a:t>Detection content is data, never instructions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84648"/>
            <a:ext cx="9966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ADCFC"/>
                </a:solidFill>
                <a:latin typeface="Calibri"/>
              </a:rPr>
              <a:t>Attacker-controllable strings (command lines, filenames, domains) are treated as untrusted input. The system prompt is locked and the report schema is fixed, so detection content cannot steer the model into a different output shape.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Georgia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6B7280"/>
                </a:solidFill>
                <a:latin typeface="Calibri"/>
              </a:rPr>
              <a:t>Honest phase breakdown - not everything here is finished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103120"/>
          <a:ext cx="109270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360"/>
                <a:gridCol w="3642360"/>
                <a:gridCol w="3642360"/>
              </a:tblGrid>
              <a:tr h="7543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1 - Report automation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Falcon-native flow: detection → Claude analysis → structured Slack report. Zero servers.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Built and running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2 - Unified alert reporting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Lambda orchestration: multi-tenant enrichment, burst grouping, locked schema, S3 archive, recurring digest. Infra as Terraform.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3 - Supervised response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Host containment / hash blocking, proposed by the agent, executed only after human approval.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2761"/>
                </a:solidFill>
                <a:latin typeface="Georgia"/>
              </a:rPr>
              <a:t>Co-pilot for detection engineers, not autopilot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155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6B7280"/>
                </a:solidFill>
                <a:latin typeface="Calibri"/>
              </a:rPr>
              <a:t>The agent proposes; a human still decides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A1A2E"/>
                </a:solidFill>
                <a:latin typeface="Calibri"/>
              </a:rPr>
              <a:t>This pipeline is not about replacing a security analyst - it is about removing the two tasks that don't need human judgment (waiting in a queue, and writing up what was found) so the analyst's time goes to the one task that does (deciding what to do about it).
Illustrative business case: at a typical alert volume for a fleet this size, recovering even a fraction of the ~30 minutes of hands-on time per detection pays for the infrastructure (~$15/month, illustrative) inside the first day of any given month.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103120"/>
            <a:ext cx="164592" cy="14630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Georgia"/>
              </a:rPr>
              <a:t>Falcon →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3063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Detection triage, automated end to end - judgment stays human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402336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A900"/>
                </a:solidFill>
                <a:latin typeface="Calibri"/>
              </a:rPr>
              <a:t>GitHub: github.com/StudioMatan/claude-agentic-workspace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452628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A900"/>
                </a:solidFill>
                <a:latin typeface="Calibri"/>
              </a:rPr>
              <a:t>LinkedIn: linkedin.com/in/[placeholder]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